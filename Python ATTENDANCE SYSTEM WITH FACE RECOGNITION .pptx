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ladea" panose="020B0604020202020204" charset="0"/>
      <p:regular r:id="rId22"/>
    </p:embeddedFont>
    <p:embeddedFont>
      <p:font typeface="Caladea Bold" panose="020B0604020202020204" charset="0"/>
      <p:regular r:id="rId23"/>
    </p:embeddedFont>
    <p:embeddedFont>
      <p:font typeface="Caladea Italics" panose="020B0604020202020204" charset="0"/>
      <p:regular r:id="rId24"/>
    </p:embeddedFon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Canva Sans Bold Italics" panose="020B0604020202020204" charset="0"/>
      <p:regular r:id="rId27"/>
    </p:embeddedFont>
    <p:embeddedFont>
      <p:font typeface="Canva Sans Italics" panose="020B0604020202020204" charset="0"/>
      <p:regular r:id="rId28"/>
    </p:embeddedFont>
    <p:embeddedFont>
      <p:font typeface="Montserrat Bold" panose="020B0604020202020204" charset="0"/>
      <p:regular r:id="rId29"/>
    </p:embeddedFont>
    <p:embeddedFont>
      <p:font typeface="Montserrat Ultra-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FE9A1-0B6B-4574-9D7C-4AAA99B84DAD}" v="37" dt="2025-04-21T12:15:29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>
        <p:scale>
          <a:sx n="50" d="100"/>
          <a:sy n="50" d="100"/>
        </p:scale>
        <p:origin x="970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raj Naravula" userId="ed1b1057586baf43" providerId="LiveId" clId="{5FAFE9A1-0B6B-4574-9D7C-4AAA99B84DAD}"/>
    <pc:docChg chg="undo custSel addSld delSld modSld">
      <pc:chgData name="Devaraj Naravula" userId="ed1b1057586baf43" providerId="LiveId" clId="{5FAFE9A1-0B6B-4574-9D7C-4AAA99B84DAD}" dt="2025-04-21T12:20:07.877" v="242" actId="20577"/>
      <pc:docMkLst>
        <pc:docMk/>
      </pc:docMkLst>
      <pc:sldChg chg="addSp delSp modSp mod">
        <pc:chgData name="Devaraj Naravula" userId="ed1b1057586baf43" providerId="LiveId" clId="{5FAFE9A1-0B6B-4574-9D7C-4AAA99B84DAD}" dt="2025-04-21T11:59:05.799" v="58" actId="14100"/>
        <pc:sldMkLst>
          <pc:docMk/>
          <pc:sldMk cId="0" sldId="261"/>
        </pc:sldMkLst>
        <pc:spChg chg="mod">
          <ac:chgData name="Devaraj Naravula" userId="ed1b1057586baf43" providerId="LiveId" clId="{5FAFE9A1-0B6B-4574-9D7C-4AAA99B84DAD}" dt="2025-04-21T11:58:38.004" v="53" actId="1076"/>
          <ac:spMkLst>
            <pc:docMk/>
            <pc:sldMk cId="0" sldId="261"/>
            <ac:spMk id="2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0:56.445" v="0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1:15.971" v="1" actId="21"/>
          <ac:spMkLst>
            <pc:docMk/>
            <pc:sldMk cId="0" sldId="261"/>
            <ac:spMk id="10" creationId="{00000000-0000-0000-0000-000000000000}"/>
          </ac:spMkLst>
        </pc:spChg>
        <pc:picChg chg="add del mod">
          <ac:chgData name="Devaraj Naravula" userId="ed1b1057586baf43" providerId="LiveId" clId="{5FAFE9A1-0B6B-4574-9D7C-4AAA99B84DAD}" dt="2025-04-21T11:52:46.082" v="9" actId="21"/>
          <ac:picMkLst>
            <pc:docMk/>
            <pc:sldMk cId="0" sldId="261"/>
            <ac:picMk id="13" creationId="{50BBE5BB-31E3-2D02-D5F3-C6B4C3F0F289}"/>
          </ac:picMkLst>
        </pc:picChg>
        <pc:picChg chg="add del mod">
          <ac:chgData name="Devaraj Naravula" userId="ed1b1057586baf43" providerId="LiveId" clId="{5FAFE9A1-0B6B-4574-9D7C-4AAA99B84DAD}" dt="2025-04-21T11:53:31.923" v="13" actId="21"/>
          <ac:picMkLst>
            <pc:docMk/>
            <pc:sldMk cId="0" sldId="261"/>
            <ac:picMk id="15" creationId="{EA7B5010-6911-C8CE-52D2-1699FB9959EF}"/>
          </ac:picMkLst>
        </pc:picChg>
        <pc:picChg chg="add del mod">
          <ac:chgData name="Devaraj Naravula" userId="ed1b1057586baf43" providerId="LiveId" clId="{5FAFE9A1-0B6B-4574-9D7C-4AAA99B84DAD}" dt="2025-04-21T11:54:59.342" v="16" actId="21"/>
          <ac:picMkLst>
            <pc:docMk/>
            <pc:sldMk cId="0" sldId="261"/>
            <ac:picMk id="17" creationId="{22A6CC16-759D-EA06-6F36-E3FB0F21C373}"/>
          </ac:picMkLst>
        </pc:picChg>
        <pc:picChg chg="add mod">
          <ac:chgData name="Devaraj Naravula" userId="ed1b1057586baf43" providerId="LiveId" clId="{5FAFE9A1-0B6B-4574-9D7C-4AAA99B84DAD}" dt="2025-04-21T11:59:05.799" v="58" actId="14100"/>
          <ac:picMkLst>
            <pc:docMk/>
            <pc:sldMk cId="0" sldId="261"/>
            <ac:picMk id="18" creationId="{F6E44316-3B21-ABDA-0449-E503EA8BF7C7}"/>
          </ac:picMkLst>
        </pc:picChg>
        <pc:picChg chg="add mod">
          <ac:chgData name="Devaraj Naravula" userId="ed1b1057586baf43" providerId="LiveId" clId="{5FAFE9A1-0B6B-4574-9D7C-4AAA99B84DAD}" dt="2025-04-21T11:58:55.193" v="55" actId="14100"/>
          <ac:picMkLst>
            <pc:docMk/>
            <pc:sldMk cId="0" sldId="261"/>
            <ac:picMk id="20" creationId="{FE6E2038-88DB-5A97-1BD8-E3C4520930A4}"/>
          </ac:picMkLst>
        </pc:picChg>
      </pc:sldChg>
      <pc:sldChg chg="addSp delSp modSp mod">
        <pc:chgData name="Devaraj Naravula" userId="ed1b1057586baf43" providerId="LiveId" clId="{5FAFE9A1-0B6B-4574-9D7C-4AAA99B84DAD}" dt="2025-04-21T12:10:28.349" v="127" actId="21"/>
        <pc:sldMkLst>
          <pc:docMk/>
          <pc:sldMk cId="0" sldId="267"/>
        </pc:sldMkLst>
        <pc:picChg chg="add del mod">
          <ac:chgData name="Devaraj Naravula" userId="ed1b1057586baf43" providerId="LiveId" clId="{5FAFE9A1-0B6B-4574-9D7C-4AAA99B84DAD}" dt="2025-04-21T12:10:28.349" v="127" actId="21"/>
          <ac:picMkLst>
            <pc:docMk/>
            <pc:sldMk cId="0" sldId="267"/>
            <ac:picMk id="10" creationId="{882F8FFD-4C03-92BC-5D28-B762D4FB8612}"/>
          </ac:picMkLst>
        </pc:picChg>
      </pc:sldChg>
      <pc:sldChg chg="addSp delSp modSp mod">
        <pc:chgData name="Devaraj Naravula" userId="ed1b1057586baf43" providerId="LiveId" clId="{5FAFE9A1-0B6B-4574-9D7C-4AAA99B84DAD}" dt="2025-04-21T12:11:06.703" v="133" actId="1076"/>
        <pc:sldMkLst>
          <pc:docMk/>
          <pc:sldMk cId="0" sldId="269"/>
        </pc:sldMkLst>
        <pc:spChg chg="mod">
          <ac:chgData name="Devaraj Naravula" userId="ed1b1057586baf43" providerId="LiveId" clId="{5FAFE9A1-0B6B-4574-9D7C-4AAA99B84DAD}" dt="2025-04-21T12:03:04.680" v="90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Devaraj Naravula" userId="ed1b1057586baf43" providerId="LiveId" clId="{5FAFE9A1-0B6B-4574-9D7C-4AAA99B84DAD}" dt="2025-04-21T11:55:34.340" v="23" actId="1076"/>
          <ac:spMkLst>
            <pc:docMk/>
            <pc:sldMk cId="0" sldId="269"/>
            <ac:spMk id="6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1:57.514" v="2" actId="21"/>
          <ac:spMkLst>
            <pc:docMk/>
            <pc:sldMk cId="0" sldId="269"/>
            <ac:spMk id="7" creationId="{00000000-0000-0000-0000-000000000000}"/>
          </ac:spMkLst>
        </pc:spChg>
        <pc:spChg chg="mod">
          <ac:chgData name="Devaraj Naravula" userId="ed1b1057586baf43" providerId="LiveId" clId="{5FAFE9A1-0B6B-4574-9D7C-4AAA99B84DAD}" dt="2025-04-21T11:55:20.029" v="20" actId="14100"/>
          <ac:spMkLst>
            <pc:docMk/>
            <pc:sldMk cId="0" sldId="269"/>
            <ac:spMk id="8" creationId="{00000000-0000-0000-0000-000000000000}"/>
          </ac:spMkLst>
        </pc:spChg>
        <pc:picChg chg="add del mod">
          <ac:chgData name="Devaraj Naravula" userId="ed1b1057586baf43" providerId="LiveId" clId="{5FAFE9A1-0B6B-4574-9D7C-4AAA99B84DAD}" dt="2025-04-21T11:56:16.179" v="27" actId="21"/>
          <ac:picMkLst>
            <pc:docMk/>
            <pc:sldMk cId="0" sldId="269"/>
            <ac:picMk id="10" creationId="{AF8C29D2-7A73-35FC-16FE-650614E98DF5}"/>
          </ac:picMkLst>
        </pc:picChg>
        <pc:picChg chg="add del mod">
          <ac:chgData name="Devaraj Naravula" userId="ed1b1057586baf43" providerId="LiveId" clId="{5FAFE9A1-0B6B-4574-9D7C-4AAA99B84DAD}" dt="2025-04-21T12:00:05.239" v="63" actId="21"/>
          <ac:picMkLst>
            <pc:docMk/>
            <pc:sldMk cId="0" sldId="269"/>
            <ac:picMk id="12" creationId="{7468D19C-8452-C248-0E33-8112E26E79B1}"/>
          </ac:picMkLst>
        </pc:picChg>
        <pc:picChg chg="add del mod">
          <ac:chgData name="Devaraj Naravula" userId="ed1b1057586baf43" providerId="LiveId" clId="{5FAFE9A1-0B6B-4574-9D7C-4AAA99B84DAD}" dt="2025-04-21T12:09:51.200" v="124" actId="21"/>
          <ac:picMkLst>
            <pc:docMk/>
            <pc:sldMk cId="0" sldId="269"/>
            <ac:picMk id="13" creationId="{FAF0C774-F2C2-9171-5070-5C5926688CE5}"/>
          </ac:picMkLst>
        </pc:picChg>
        <pc:picChg chg="add del mod">
          <ac:chgData name="Devaraj Naravula" userId="ed1b1057586baf43" providerId="LiveId" clId="{5FAFE9A1-0B6B-4574-9D7C-4AAA99B84DAD}" dt="2025-04-21T12:10:34.557" v="128" actId="21"/>
          <ac:picMkLst>
            <pc:docMk/>
            <pc:sldMk cId="0" sldId="269"/>
            <ac:picMk id="15" creationId="{80288963-3EE8-D955-D520-D213DF234CAE}"/>
          </ac:picMkLst>
        </pc:picChg>
        <pc:picChg chg="add del mod">
          <ac:chgData name="Devaraj Naravula" userId="ed1b1057586baf43" providerId="LiveId" clId="{5FAFE9A1-0B6B-4574-9D7C-4AAA99B84DAD}" dt="2025-04-21T12:11:05.114" v="132" actId="21"/>
          <ac:picMkLst>
            <pc:docMk/>
            <pc:sldMk cId="0" sldId="269"/>
            <ac:picMk id="16" creationId="{22A6CC16-759D-EA06-6F36-E3FB0F21C373}"/>
          </ac:picMkLst>
        </pc:picChg>
        <pc:picChg chg="add del mod modCrop">
          <ac:chgData name="Devaraj Naravula" userId="ed1b1057586baf43" providerId="LiveId" clId="{5FAFE9A1-0B6B-4574-9D7C-4AAA99B84DAD}" dt="2025-04-21T12:10:39.711" v="129" actId="21"/>
          <ac:picMkLst>
            <pc:docMk/>
            <pc:sldMk cId="0" sldId="269"/>
            <ac:picMk id="17" creationId="{22A6CC16-759D-EA06-6F36-E3FB0F21C373}"/>
          </ac:picMkLst>
        </pc:picChg>
        <pc:picChg chg="add mod">
          <ac:chgData name="Devaraj Naravula" userId="ed1b1057586baf43" providerId="LiveId" clId="{5FAFE9A1-0B6B-4574-9D7C-4AAA99B84DAD}" dt="2025-04-21T12:11:06.703" v="133" actId="1076"/>
          <ac:picMkLst>
            <pc:docMk/>
            <pc:sldMk cId="0" sldId="269"/>
            <ac:picMk id="19" creationId="{82011E6F-7E2D-61D7-F86F-8CB89FC7D36E}"/>
          </ac:picMkLst>
        </pc:picChg>
      </pc:sldChg>
      <pc:sldChg chg="addSp delSp modSp mod">
        <pc:chgData name="Devaraj Naravula" userId="ed1b1057586baf43" providerId="LiveId" clId="{5FAFE9A1-0B6B-4574-9D7C-4AAA99B84DAD}" dt="2025-04-21T12:13:03.697" v="141" actId="14100"/>
        <pc:sldMkLst>
          <pc:docMk/>
          <pc:sldMk cId="0" sldId="270"/>
        </pc:sldMkLst>
        <pc:spChg chg="mod">
          <ac:chgData name="Devaraj Naravula" userId="ed1b1057586baf43" providerId="LiveId" clId="{5FAFE9A1-0B6B-4574-9D7C-4AAA99B84DAD}" dt="2025-04-21T12:01:00.910" v="71" actId="1076"/>
          <ac:spMkLst>
            <pc:docMk/>
            <pc:sldMk cId="0" sldId="270"/>
            <ac:spMk id="2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2:02.373" v="3" actId="21"/>
          <ac:spMkLst>
            <pc:docMk/>
            <pc:sldMk cId="0" sldId="270"/>
            <ac:spMk id="7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2:05.454" v="4" actId="21"/>
          <ac:spMkLst>
            <pc:docMk/>
            <pc:sldMk cId="0" sldId="270"/>
            <ac:spMk id="8" creationId="{00000000-0000-0000-0000-000000000000}"/>
          </ac:spMkLst>
        </pc:spChg>
        <pc:picChg chg="add mod">
          <ac:chgData name="Devaraj Naravula" userId="ed1b1057586baf43" providerId="LiveId" clId="{5FAFE9A1-0B6B-4574-9D7C-4AAA99B84DAD}" dt="2025-04-21T12:00:31.992" v="67" actId="14100"/>
          <ac:picMkLst>
            <pc:docMk/>
            <pc:sldMk cId="0" sldId="270"/>
            <ac:picMk id="9" creationId="{56C4734C-45A7-0679-ECFE-044C94E197D3}"/>
          </ac:picMkLst>
        </pc:picChg>
        <pc:picChg chg="add del mod modCrop">
          <ac:chgData name="Devaraj Naravula" userId="ed1b1057586baf43" providerId="LiveId" clId="{5FAFE9A1-0B6B-4574-9D7C-4AAA99B84DAD}" dt="2025-04-21T12:01:34.900" v="76" actId="21"/>
          <ac:picMkLst>
            <pc:docMk/>
            <pc:sldMk cId="0" sldId="270"/>
            <ac:picMk id="10" creationId="{91A62FF3-08CE-E0A4-F5C4-AF3DC6FD1002}"/>
          </ac:picMkLst>
        </pc:picChg>
        <pc:picChg chg="add mod modCrop">
          <ac:chgData name="Devaraj Naravula" userId="ed1b1057586baf43" providerId="LiveId" clId="{5FAFE9A1-0B6B-4574-9D7C-4AAA99B84DAD}" dt="2025-04-21T12:08:42.946" v="115" actId="1076"/>
          <ac:picMkLst>
            <pc:docMk/>
            <pc:sldMk cId="0" sldId="270"/>
            <ac:picMk id="12" creationId="{E43A9BDD-F2C6-1814-F5F5-6FAC057CAB25}"/>
          </ac:picMkLst>
        </pc:picChg>
        <pc:picChg chg="add del mod">
          <ac:chgData name="Devaraj Naravula" userId="ed1b1057586baf43" providerId="LiveId" clId="{5FAFE9A1-0B6B-4574-9D7C-4AAA99B84DAD}" dt="2025-04-21T12:12:55.040" v="138" actId="21"/>
          <ac:picMkLst>
            <pc:docMk/>
            <pc:sldMk cId="0" sldId="270"/>
            <ac:picMk id="13" creationId="{162AB4EE-0D15-953B-60D4-482FDA619D8F}"/>
          </ac:picMkLst>
        </pc:picChg>
        <pc:picChg chg="add mod">
          <ac:chgData name="Devaraj Naravula" userId="ed1b1057586baf43" providerId="LiveId" clId="{5FAFE9A1-0B6B-4574-9D7C-4AAA99B84DAD}" dt="2025-04-21T12:13:03.697" v="141" actId="14100"/>
          <ac:picMkLst>
            <pc:docMk/>
            <pc:sldMk cId="0" sldId="270"/>
            <ac:picMk id="14" creationId="{65C5350B-9EFD-25E3-4992-029FDD6B8FD7}"/>
          </ac:picMkLst>
        </pc:picChg>
      </pc:sldChg>
      <pc:sldChg chg="addSp delSp modSp mod">
        <pc:chgData name="Devaraj Naravula" userId="ed1b1057586baf43" providerId="LiveId" clId="{5FAFE9A1-0B6B-4574-9D7C-4AAA99B84DAD}" dt="2025-04-21T12:18:17.698" v="164" actId="1076"/>
        <pc:sldMkLst>
          <pc:docMk/>
          <pc:sldMk cId="0" sldId="271"/>
        </pc:sldMkLst>
        <pc:spChg chg="mod">
          <ac:chgData name="Devaraj Naravula" userId="ed1b1057586baf43" providerId="LiveId" clId="{5FAFE9A1-0B6B-4574-9D7C-4AAA99B84DAD}" dt="2025-04-21T12:04:58.831" v="96" actId="1076"/>
          <ac:spMkLst>
            <pc:docMk/>
            <pc:sldMk cId="0" sldId="271"/>
            <ac:spMk id="2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2:13.973" v="5" actId="21"/>
          <ac:spMkLst>
            <pc:docMk/>
            <pc:sldMk cId="0" sldId="271"/>
            <ac:spMk id="7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2:21.035" v="7" actId="21"/>
          <ac:spMkLst>
            <pc:docMk/>
            <pc:sldMk cId="0" sldId="271"/>
            <ac:spMk id="8" creationId="{00000000-0000-0000-0000-000000000000}"/>
          </ac:spMkLst>
        </pc:spChg>
        <pc:spChg chg="del">
          <ac:chgData name="Devaraj Naravula" userId="ed1b1057586baf43" providerId="LiveId" clId="{5FAFE9A1-0B6B-4574-9D7C-4AAA99B84DAD}" dt="2025-04-21T11:52:17.277" v="6" actId="21"/>
          <ac:spMkLst>
            <pc:docMk/>
            <pc:sldMk cId="0" sldId="271"/>
            <ac:spMk id="9" creationId="{00000000-0000-0000-0000-000000000000}"/>
          </ac:spMkLst>
        </pc:spChg>
        <pc:spChg chg="add mod">
          <ac:chgData name="Devaraj Naravula" userId="ed1b1057586baf43" providerId="LiveId" clId="{5FAFE9A1-0B6B-4574-9D7C-4AAA99B84DAD}" dt="2025-04-21T12:04:36.345" v="95" actId="14100"/>
          <ac:spMkLst>
            <pc:docMk/>
            <pc:sldMk cId="0" sldId="271"/>
            <ac:spMk id="11" creationId="{114831BE-106E-AC03-9B4D-9FF24FF02CB1}"/>
          </ac:spMkLst>
        </pc:spChg>
        <pc:picChg chg="add del mod">
          <ac:chgData name="Devaraj Naravula" userId="ed1b1057586baf43" providerId="LiveId" clId="{5FAFE9A1-0B6B-4574-9D7C-4AAA99B84DAD}" dt="2025-04-21T12:12:47.752" v="137" actId="21"/>
          <ac:picMkLst>
            <pc:docMk/>
            <pc:sldMk cId="0" sldId="271"/>
            <ac:picMk id="10" creationId="{0FA095CC-FB66-0AFA-8BC3-245F2ADE61A2}"/>
          </ac:picMkLst>
        </pc:picChg>
        <pc:picChg chg="add del mod modCrop">
          <ac:chgData name="Devaraj Naravula" userId="ed1b1057586baf43" providerId="LiveId" clId="{5FAFE9A1-0B6B-4574-9D7C-4AAA99B84DAD}" dt="2025-04-21T12:11:51.970" v="134" actId="21"/>
          <ac:picMkLst>
            <pc:docMk/>
            <pc:sldMk cId="0" sldId="271"/>
            <ac:picMk id="13" creationId="{4D963C1D-7297-27EA-2239-1883AFE79DE5}"/>
          </ac:picMkLst>
        </pc:picChg>
        <pc:picChg chg="add del mod">
          <ac:chgData name="Devaraj Naravula" userId="ed1b1057586baf43" providerId="LiveId" clId="{5FAFE9A1-0B6B-4574-9D7C-4AAA99B84DAD}" dt="2025-04-21T12:08:09.867" v="108" actId="21"/>
          <ac:picMkLst>
            <pc:docMk/>
            <pc:sldMk cId="0" sldId="271"/>
            <ac:picMk id="15" creationId="{02E33A8A-70E2-D20E-3A44-70B5F16567AD}"/>
          </ac:picMkLst>
        </pc:picChg>
        <pc:picChg chg="add mod">
          <ac:chgData name="Devaraj Naravula" userId="ed1b1057586baf43" providerId="LiveId" clId="{5FAFE9A1-0B6B-4574-9D7C-4AAA99B84DAD}" dt="2025-04-21T12:18:17.698" v="164" actId="1076"/>
          <ac:picMkLst>
            <pc:docMk/>
            <pc:sldMk cId="0" sldId="271"/>
            <ac:picMk id="16" creationId="{87A63EBD-8293-7100-9D40-B42C8429B3C0}"/>
          </ac:picMkLst>
        </pc:picChg>
        <pc:picChg chg="add del mod">
          <ac:chgData name="Devaraj Naravula" userId="ed1b1057586baf43" providerId="LiveId" clId="{5FAFE9A1-0B6B-4574-9D7C-4AAA99B84DAD}" dt="2025-04-21T12:14:10.683" v="143" actId="21"/>
          <ac:picMkLst>
            <pc:docMk/>
            <pc:sldMk cId="0" sldId="271"/>
            <ac:picMk id="18" creationId="{25937726-557F-EEDC-8122-C36F7250F9AB}"/>
          </ac:picMkLst>
        </pc:picChg>
        <pc:picChg chg="add mod">
          <ac:chgData name="Devaraj Naravula" userId="ed1b1057586baf43" providerId="LiveId" clId="{5FAFE9A1-0B6B-4574-9D7C-4AAA99B84DAD}" dt="2025-04-21T12:14:41.143" v="144" actId="931"/>
          <ac:picMkLst>
            <pc:docMk/>
            <pc:sldMk cId="0" sldId="271"/>
            <ac:picMk id="20" creationId="{FA069977-851B-0F9E-90FD-4ED5BB37B62C}"/>
          </ac:picMkLst>
        </pc:picChg>
        <pc:picChg chg="add mod">
          <ac:chgData name="Devaraj Naravula" userId="ed1b1057586baf43" providerId="LiveId" clId="{5FAFE9A1-0B6B-4574-9D7C-4AAA99B84DAD}" dt="2025-04-21T12:15:19.785" v="151" actId="1076"/>
          <ac:picMkLst>
            <pc:docMk/>
            <pc:sldMk cId="0" sldId="271"/>
            <ac:picMk id="22" creationId="{C38E2E0E-E527-25D0-7829-506E3BFC97BA}"/>
          </ac:picMkLst>
        </pc:picChg>
        <pc:picChg chg="add mod">
          <ac:chgData name="Devaraj Naravula" userId="ed1b1057586baf43" providerId="LiveId" clId="{5FAFE9A1-0B6B-4574-9D7C-4AAA99B84DAD}" dt="2025-04-21T12:15:19.934" v="152" actId="1076"/>
          <ac:picMkLst>
            <pc:docMk/>
            <pc:sldMk cId="0" sldId="271"/>
            <ac:picMk id="24" creationId="{0C9EF208-FC21-9931-4BB9-E58EF4A76809}"/>
          </ac:picMkLst>
        </pc:picChg>
        <pc:picChg chg="add mod">
          <ac:chgData name="Devaraj Naravula" userId="ed1b1057586baf43" providerId="LiveId" clId="{5FAFE9A1-0B6B-4574-9D7C-4AAA99B84DAD}" dt="2025-04-21T12:15:20.091" v="153" actId="1076"/>
          <ac:picMkLst>
            <pc:docMk/>
            <pc:sldMk cId="0" sldId="271"/>
            <ac:picMk id="26" creationId="{13B491C4-6876-9B57-96A3-84A1E7CA2340}"/>
          </ac:picMkLst>
        </pc:picChg>
        <pc:picChg chg="add del mod">
          <ac:chgData name="Devaraj Naravula" userId="ed1b1057586baf43" providerId="LiveId" clId="{5FAFE9A1-0B6B-4574-9D7C-4AAA99B84DAD}" dt="2025-04-21T12:15:40.983" v="155" actId="21"/>
          <ac:picMkLst>
            <pc:docMk/>
            <pc:sldMk cId="0" sldId="271"/>
            <ac:picMk id="28" creationId="{398FFF53-AB6B-4060-E995-55122768CF1B}"/>
          </ac:picMkLst>
        </pc:picChg>
        <pc:picChg chg="add mod">
          <ac:chgData name="Devaraj Naravula" userId="ed1b1057586baf43" providerId="LiveId" clId="{5FAFE9A1-0B6B-4574-9D7C-4AAA99B84DAD}" dt="2025-04-21T12:18:15.432" v="163" actId="1076"/>
          <ac:picMkLst>
            <pc:docMk/>
            <pc:sldMk cId="0" sldId="271"/>
            <ac:picMk id="30" creationId="{DCD493B5-9CB8-FD69-F4F5-E94078491DFE}"/>
          </ac:picMkLst>
        </pc:picChg>
      </pc:sldChg>
      <pc:sldChg chg="modSp mod">
        <pc:chgData name="Devaraj Naravula" userId="ed1b1057586baf43" providerId="LiveId" clId="{5FAFE9A1-0B6B-4574-9D7C-4AAA99B84DAD}" dt="2025-04-21T12:20:07.877" v="242" actId="20577"/>
        <pc:sldMkLst>
          <pc:docMk/>
          <pc:sldMk cId="0" sldId="275"/>
        </pc:sldMkLst>
        <pc:spChg chg="mod">
          <ac:chgData name="Devaraj Naravula" userId="ed1b1057586baf43" providerId="LiveId" clId="{5FAFE9A1-0B6B-4574-9D7C-4AAA99B84DAD}" dt="2025-04-21T12:20:07.877" v="242" actId="20577"/>
          <ac:spMkLst>
            <pc:docMk/>
            <pc:sldMk cId="0" sldId="275"/>
            <ac:spMk id="8" creationId="{00000000-0000-0000-0000-000000000000}"/>
          </ac:spMkLst>
        </pc:spChg>
      </pc:sldChg>
      <pc:sldChg chg="new del">
        <pc:chgData name="Devaraj Naravula" userId="ed1b1057586baf43" providerId="LiveId" clId="{5FAFE9A1-0B6B-4574-9D7C-4AAA99B84DAD}" dt="2025-04-21T11:59:27.914" v="60" actId="680"/>
        <pc:sldMkLst>
          <pc:docMk/>
          <pc:sldMk cId="573599569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87198" y="-1028700"/>
            <a:ext cx="11740243" cy="10287000"/>
          </a:xfrm>
          <a:custGeom>
            <a:avLst/>
            <a:gdLst/>
            <a:ahLst/>
            <a:cxnLst/>
            <a:rect l="l" t="t" r="r" b="b"/>
            <a:pathLst>
              <a:path w="11740243" h="10287000">
                <a:moveTo>
                  <a:pt x="0" y="0"/>
                </a:moveTo>
                <a:lnTo>
                  <a:pt x="11740243" y="0"/>
                </a:lnTo>
                <a:lnTo>
                  <a:pt x="117402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65713" y="4247450"/>
            <a:ext cx="20019427" cy="6736715"/>
          </a:xfrm>
          <a:custGeom>
            <a:avLst/>
            <a:gdLst/>
            <a:ahLst/>
            <a:cxnLst/>
            <a:rect l="l" t="t" r="r" b="b"/>
            <a:pathLst>
              <a:path w="20019427" h="6736715">
                <a:moveTo>
                  <a:pt x="0" y="0"/>
                </a:moveTo>
                <a:lnTo>
                  <a:pt x="20019426" y="0"/>
                </a:lnTo>
                <a:lnTo>
                  <a:pt x="20019426" y="6736715"/>
                </a:lnTo>
                <a:lnTo>
                  <a:pt x="0" y="6736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180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17923" y="-272505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8" y="0"/>
                </a:lnTo>
                <a:lnTo>
                  <a:pt x="4810038" y="4044134"/>
                </a:lnTo>
                <a:lnTo>
                  <a:pt x="0" y="4044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164510" y="733335"/>
            <a:ext cx="6762930" cy="676293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38552" y="1839194"/>
            <a:ext cx="11228024" cy="512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9"/>
              </a:lnSpc>
            </a:pPr>
            <a:r>
              <a:rPr lang="en-US" sz="8843" b="1">
                <a:solidFill>
                  <a:srgbClr val="0B3C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ATTENDANCE SYSTEM USING FACE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32201" y="2523140"/>
            <a:ext cx="9477124" cy="6593019"/>
          </a:xfrm>
          <a:custGeom>
            <a:avLst/>
            <a:gdLst/>
            <a:ahLst/>
            <a:cxnLst/>
            <a:rect l="l" t="t" r="r" b="b"/>
            <a:pathLst>
              <a:path w="9477124" h="6593019">
                <a:moveTo>
                  <a:pt x="0" y="0"/>
                </a:moveTo>
                <a:lnTo>
                  <a:pt x="9477124" y="0"/>
                </a:lnTo>
                <a:lnTo>
                  <a:pt x="9477124" y="6593019"/>
                </a:lnTo>
                <a:lnTo>
                  <a:pt x="0" y="6593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07" b="-260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47964" y="647208"/>
            <a:ext cx="11443931" cy="137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3"/>
              </a:lnSpc>
            </a:pPr>
            <a:r>
              <a:rPr lang="en-US" sz="8038" b="1">
                <a:solidFill>
                  <a:srgbClr val="0B3C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 OF 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7428" y="1938464"/>
            <a:ext cx="6510821" cy="6791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7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1️⃣ Introduction 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2️⃣ Objectives 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3️⃣ Modules 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4️⃣ Source Code 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5️⃣ Output 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6️⃣ Challenges Faced</a:t>
            </a:r>
          </a:p>
          <a:p>
            <a:pPr algn="l">
              <a:lnSpc>
                <a:spcPts val="6737"/>
              </a:lnSpc>
              <a:spcBef>
                <a:spcPct val="0"/>
              </a:spcBef>
            </a:pPr>
            <a:r>
              <a:rPr lang="en-US" sz="481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7️⃣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8296" y="2429972"/>
            <a:ext cx="9358278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590147" y="501104"/>
            <a:ext cx="9131004" cy="9862096"/>
            <a:chOff x="0" y="0"/>
            <a:chExt cx="3282950" cy="3545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82950" cy="3545806"/>
            </a:xfrm>
            <a:custGeom>
              <a:avLst/>
              <a:gdLst/>
              <a:ahLst/>
              <a:cxnLst/>
              <a:rect l="l" t="t" r="r" b="b"/>
              <a:pathLst>
                <a:path w="3282950" h="3545806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63497"/>
                    <a:pt x="3282950" y="810666"/>
                  </a:cubicBezTo>
                  <a:lnTo>
                    <a:pt x="3282950" y="3545806"/>
                  </a:lnTo>
                  <a:lnTo>
                    <a:pt x="0" y="354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004" r="-22004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9752178" y="-128800"/>
            <a:ext cx="8908648" cy="629904"/>
          </a:xfrm>
          <a:custGeom>
            <a:avLst/>
            <a:gdLst/>
            <a:ahLst/>
            <a:cxnLst/>
            <a:rect l="l" t="t" r="r" b="b"/>
            <a:pathLst>
              <a:path w="8908648" h="629904">
                <a:moveTo>
                  <a:pt x="8908649" y="0"/>
                </a:moveTo>
                <a:lnTo>
                  <a:pt x="0" y="0"/>
                </a:lnTo>
                <a:lnTo>
                  <a:pt x="0" y="629904"/>
                </a:lnTo>
                <a:lnTo>
                  <a:pt x="8908649" y="629904"/>
                </a:lnTo>
                <a:lnTo>
                  <a:pt x="89086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8419" y="3915704"/>
            <a:ext cx="10027262" cy="547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9353" lvl="1" indent="-359677" algn="l">
              <a:lnSpc>
                <a:spcPts val="3665"/>
              </a:lnSpc>
              <a:buFont typeface="Arial"/>
              <a:buChar char="•"/>
            </a:pPr>
            <a:r>
              <a:rPr lang="en-US" sz="333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The Automated Attendance System Using Face Recognition detects and marks attendance in real-time, reducing manual effort and errors.</a:t>
            </a:r>
          </a:p>
          <a:p>
            <a:pPr algn="l">
              <a:lnSpc>
                <a:spcPts val="3665"/>
              </a:lnSpc>
            </a:pPr>
            <a:endParaRPr lang="en-US" sz="3331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marL="719353" lvl="1" indent="-359677" algn="l">
              <a:lnSpc>
                <a:spcPts val="3665"/>
              </a:lnSpc>
              <a:buFont typeface="Arial"/>
              <a:buChar char="•"/>
            </a:pPr>
            <a:r>
              <a:rPr lang="en-US" sz="333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The system stores data in a excel sheet and sends email alerts to students when they are marked absent. </a:t>
            </a:r>
          </a:p>
          <a:p>
            <a:pPr algn="l">
              <a:lnSpc>
                <a:spcPts val="3665"/>
              </a:lnSpc>
            </a:pPr>
            <a:endParaRPr lang="en-US" sz="3331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marL="719353" lvl="1" indent="-359677" algn="l">
              <a:lnSpc>
                <a:spcPts val="3665"/>
              </a:lnSpc>
              <a:buFont typeface="Arial"/>
              <a:buChar char="•"/>
            </a:pPr>
            <a:r>
              <a:rPr lang="en-US" sz="333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Users can also set specific time slots for attendance recording, ensuring a flexible and accurate tracking process.</a:t>
            </a:r>
          </a:p>
          <a:p>
            <a:pPr algn="l">
              <a:lnSpc>
                <a:spcPts val="3445"/>
              </a:lnSpc>
            </a:pPr>
            <a:endParaRPr lang="en-US" sz="3331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25285" y="1033736"/>
            <a:ext cx="13853427" cy="79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5"/>
              </a:lnSpc>
            </a:pPr>
            <a:r>
              <a:rPr lang="en-US" sz="5885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6997" y="2354179"/>
            <a:ext cx="14107405" cy="7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05"/>
              </a:lnSpc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6997" y="3117788"/>
            <a:ext cx="14107405" cy="43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70379" y="2435173"/>
            <a:ext cx="17817621" cy="919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1.Automate Attendance Marking in Real-Time -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Utilize face recognition to detect and record student attendance automatically.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2.Improve Accuracy &amp; Prevent Proxy Attendance -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Ensure only registered students are marked present, reducing fraudulent attendance.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3.Integrate Attendance Data with Excel -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Store and update attendance records in an Excel file for future reference and analysis.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4.Send Automated Email Alerts to Absentees-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Notify students via email when they are marked absent, ensuring accountability.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5.Enhance Usability with Keyboard Controls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Provide options to display attendance ('d') and exit the system ('q') for smooth user interaction.</a:t>
            </a:r>
          </a:p>
          <a:p>
            <a:pPr algn="l">
              <a:lnSpc>
                <a:spcPts val="4759"/>
              </a:lnSpc>
            </a:pPr>
            <a:endParaRPr lang="en-US" sz="3499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759"/>
              </a:lnSpc>
            </a:pPr>
            <a:endParaRPr lang="en-US" sz="3499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759"/>
              </a:lnSpc>
            </a:pPr>
            <a:endParaRPr lang="en-US" sz="3499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759"/>
              </a:lnSpc>
            </a:pPr>
            <a:endParaRPr lang="en-US" sz="3499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502" y="3186596"/>
            <a:ext cx="16426160" cy="560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Modules Used in Face Recognition Attendance System: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face_recognition – Detects and verifies faces.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cv2 (OpenCV) – Captures video and processes images.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numpy (np) – Handles calculations for face recognition.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pandas (pd) – Stores and manages attendance data.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os – Manages files and paths.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datetime – Records date and time for attendance.</a:t>
            </a:r>
          </a:p>
          <a:p>
            <a:pPr marL="873606" lvl="1" indent="-436803" algn="l">
              <a:lnSpc>
                <a:spcPts val="4410"/>
              </a:lnSpc>
              <a:buFont typeface="Arial"/>
              <a:buChar char="•"/>
            </a:pPr>
            <a:r>
              <a:rPr lang="en-US" sz="4046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 smtplib &amp; email – Sends absence alerts via email.</a:t>
            </a:r>
          </a:p>
          <a:p>
            <a:pPr algn="l">
              <a:lnSpc>
                <a:spcPts val="4628"/>
              </a:lnSpc>
            </a:pPr>
            <a:endParaRPr lang="en-US" sz="4046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628"/>
              </a:lnSpc>
            </a:pPr>
            <a:endParaRPr lang="en-US" sz="4046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260253" y="1661783"/>
            <a:ext cx="8177423" cy="120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MODULES</a:t>
            </a:r>
          </a:p>
        </p:txBody>
      </p:sp>
      <p:sp>
        <p:nvSpPr>
          <p:cNvPr id="4" name="Freeform 4"/>
          <p:cNvSpPr/>
          <p:nvPr/>
        </p:nvSpPr>
        <p:spPr>
          <a:xfrm>
            <a:off x="-1358588" y="-281600"/>
            <a:ext cx="4079708" cy="3430096"/>
          </a:xfrm>
          <a:custGeom>
            <a:avLst/>
            <a:gdLst/>
            <a:ahLst/>
            <a:cxnLst/>
            <a:rect l="l" t="t" r="r" b="b"/>
            <a:pathLst>
              <a:path w="4079708" h="3430096">
                <a:moveTo>
                  <a:pt x="0" y="0"/>
                </a:moveTo>
                <a:lnTo>
                  <a:pt x="4079708" y="0"/>
                </a:lnTo>
                <a:lnTo>
                  <a:pt x="4079708" y="3430096"/>
                </a:lnTo>
                <a:lnTo>
                  <a:pt x="0" y="3430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759697" y="6524466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286165" y="9651433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7029310" y="-56055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7198" y="-28711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04620" y="862775"/>
            <a:ext cx="9878760" cy="872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8"/>
              </a:lnSpc>
            </a:pPr>
            <a:r>
              <a:rPr lang="en-US" sz="6598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SOURCE CODE</a:t>
            </a:r>
          </a:p>
        </p:txBody>
      </p:sp>
      <p:sp>
        <p:nvSpPr>
          <p:cNvPr id="4" name="Freeform 4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845478" y="8198598"/>
            <a:ext cx="2775646" cy="2333679"/>
          </a:xfrm>
          <a:custGeom>
            <a:avLst/>
            <a:gdLst/>
            <a:ahLst/>
            <a:cxnLst/>
            <a:rect l="l" t="t" r="r" b="b"/>
            <a:pathLst>
              <a:path w="2775646" h="2333679">
                <a:moveTo>
                  <a:pt x="2775646" y="2333679"/>
                </a:moveTo>
                <a:lnTo>
                  <a:pt x="0" y="2333679"/>
                </a:lnTo>
                <a:lnTo>
                  <a:pt x="0" y="0"/>
                </a:lnTo>
                <a:lnTo>
                  <a:pt x="2775646" y="0"/>
                </a:lnTo>
                <a:lnTo>
                  <a:pt x="2775646" y="233367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07198" y="-317923"/>
            <a:ext cx="4322847" cy="3634520"/>
          </a:xfrm>
          <a:custGeom>
            <a:avLst/>
            <a:gdLst/>
            <a:ahLst/>
            <a:cxnLst/>
            <a:rect l="l" t="t" r="r" b="b"/>
            <a:pathLst>
              <a:path w="4322847" h="3634520">
                <a:moveTo>
                  <a:pt x="0" y="0"/>
                </a:moveTo>
                <a:lnTo>
                  <a:pt x="4322847" y="0"/>
                </a:lnTo>
                <a:lnTo>
                  <a:pt x="4322847" y="3634520"/>
                </a:lnTo>
                <a:lnTo>
                  <a:pt x="0" y="363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0592" y="1659038"/>
            <a:ext cx="6023215" cy="72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8"/>
              </a:lnSpc>
            </a:pPr>
            <a:r>
              <a:rPr lang="en-US" sz="4234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Initialization &amp; Setup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E44316-3B21-ABDA-0449-E503EA8BF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982" y="2531500"/>
            <a:ext cx="8166484" cy="67970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6E2038-88DB-5A97-1BD8-E3C4520930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34" y="2531501"/>
            <a:ext cx="9835852" cy="6892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9158" y="2385961"/>
            <a:ext cx="15566947" cy="6124250"/>
          </a:xfrm>
          <a:custGeom>
            <a:avLst/>
            <a:gdLst/>
            <a:ahLst/>
            <a:cxnLst/>
            <a:rect l="l" t="t" r="r" b="b"/>
            <a:pathLst>
              <a:path w="15566947" h="6124250">
                <a:moveTo>
                  <a:pt x="0" y="0"/>
                </a:moveTo>
                <a:lnTo>
                  <a:pt x="15566947" y="0"/>
                </a:lnTo>
                <a:lnTo>
                  <a:pt x="15566947" y="6124249"/>
                </a:lnTo>
                <a:lnTo>
                  <a:pt x="0" y="6124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10" t="-636" r="-111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05007" y="817050"/>
            <a:ext cx="162306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Loading Known 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75478"/>
            <a:ext cx="9726359" cy="687722"/>
          </a:xfrm>
          <a:custGeom>
            <a:avLst/>
            <a:gdLst/>
            <a:ahLst/>
            <a:cxnLst/>
            <a:rect l="l" t="t" r="r" b="b"/>
            <a:pathLst>
              <a:path w="9726359" h="687722">
                <a:moveTo>
                  <a:pt x="0" y="687722"/>
                </a:moveTo>
                <a:lnTo>
                  <a:pt x="9726359" y="687722"/>
                </a:lnTo>
                <a:lnTo>
                  <a:pt x="9726359" y="0"/>
                </a:lnTo>
                <a:lnTo>
                  <a:pt x="0" y="0"/>
                </a:lnTo>
                <a:lnTo>
                  <a:pt x="0" y="687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78734" y="2333192"/>
            <a:ext cx="11617020" cy="7281918"/>
          </a:xfrm>
          <a:custGeom>
            <a:avLst/>
            <a:gdLst/>
            <a:ahLst/>
            <a:cxnLst/>
            <a:rect l="l" t="t" r="r" b="b"/>
            <a:pathLst>
              <a:path w="11617020" h="7281918">
                <a:moveTo>
                  <a:pt x="0" y="0"/>
                </a:moveTo>
                <a:lnTo>
                  <a:pt x="11617020" y="0"/>
                </a:lnTo>
                <a:lnTo>
                  <a:pt x="11617020" y="7281918"/>
                </a:lnTo>
                <a:lnTo>
                  <a:pt x="0" y="7281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70" b="-63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18026" y="1114425"/>
            <a:ext cx="16208290" cy="60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  <a:spcBef>
                <a:spcPct val="0"/>
              </a:spcBef>
            </a:pPr>
            <a:r>
              <a:rPr lang="en-US" sz="4517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3. INITIALIZING THE ATTENDANCE EXCEL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71132" y="2023166"/>
            <a:ext cx="13317953" cy="7235134"/>
          </a:xfrm>
          <a:custGeom>
            <a:avLst/>
            <a:gdLst/>
            <a:ahLst/>
            <a:cxnLst/>
            <a:rect l="l" t="t" r="r" b="b"/>
            <a:pathLst>
              <a:path w="13317953" h="7235134">
                <a:moveTo>
                  <a:pt x="0" y="0"/>
                </a:moveTo>
                <a:lnTo>
                  <a:pt x="13317953" y="0"/>
                </a:lnTo>
                <a:lnTo>
                  <a:pt x="13317953" y="7235134"/>
                </a:lnTo>
                <a:lnTo>
                  <a:pt x="0" y="7235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47" r="-2191" b="-37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55289" y="817050"/>
            <a:ext cx="728805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Marking Attendance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73436"/>
            <a:ext cx="9755227" cy="689764"/>
          </a:xfrm>
          <a:custGeom>
            <a:avLst/>
            <a:gdLst/>
            <a:ahLst/>
            <a:cxnLst/>
            <a:rect l="l" t="t" r="r" b="b"/>
            <a:pathLst>
              <a:path w="9755227" h="689764">
                <a:moveTo>
                  <a:pt x="0" y="689764"/>
                </a:moveTo>
                <a:lnTo>
                  <a:pt x="9755228" y="689764"/>
                </a:lnTo>
                <a:lnTo>
                  <a:pt x="9755228" y="0"/>
                </a:lnTo>
                <a:lnTo>
                  <a:pt x="0" y="0"/>
                </a:lnTo>
                <a:lnTo>
                  <a:pt x="0" y="68976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24293" y="1961320"/>
            <a:ext cx="13639414" cy="7565609"/>
          </a:xfrm>
          <a:custGeom>
            <a:avLst/>
            <a:gdLst/>
            <a:ahLst/>
            <a:cxnLst/>
            <a:rect l="l" t="t" r="r" b="b"/>
            <a:pathLst>
              <a:path w="13639414" h="7565609">
                <a:moveTo>
                  <a:pt x="0" y="0"/>
                </a:moveTo>
                <a:lnTo>
                  <a:pt x="13639414" y="0"/>
                </a:lnTo>
                <a:lnTo>
                  <a:pt x="13639414" y="7565608"/>
                </a:lnTo>
                <a:lnTo>
                  <a:pt x="0" y="7565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7" r="-497" b="-82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17538" y="931350"/>
            <a:ext cx="1029354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Displaying Attendance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91412"/>
            <a:ext cx="9500999" cy="671788"/>
          </a:xfrm>
          <a:custGeom>
            <a:avLst/>
            <a:gdLst/>
            <a:ahLst/>
            <a:cxnLst/>
            <a:rect l="l" t="t" r="r" b="b"/>
            <a:pathLst>
              <a:path w="9500999" h="671788">
                <a:moveTo>
                  <a:pt x="0" y="671788"/>
                </a:moveTo>
                <a:lnTo>
                  <a:pt x="9500999" y="671788"/>
                </a:lnTo>
                <a:lnTo>
                  <a:pt x="9500999" y="0"/>
                </a:lnTo>
                <a:lnTo>
                  <a:pt x="0" y="0"/>
                </a:lnTo>
                <a:lnTo>
                  <a:pt x="0" y="6717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96128" y="2044434"/>
            <a:ext cx="14295744" cy="7423090"/>
          </a:xfrm>
          <a:custGeom>
            <a:avLst/>
            <a:gdLst/>
            <a:ahLst/>
            <a:cxnLst/>
            <a:rect l="l" t="t" r="r" b="b"/>
            <a:pathLst>
              <a:path w="14295744" h="7423090">
                <a:moveTo>
                  <a:pt x="0" y="0"/>
                </a:moveTo>
                <a:lnTo>
                  <a:pt x="14295744" y="0"/>
                </a:lnTo>
                <a:lnTo>
                  <a:pt x="14295744" y="7423090"/>
                </a:lnTo>
                <a:lnTo>
                  <a:pt x="0" y="74230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36" b="-13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07942" y="933450"/>
            <a:ext cx="1096839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Sending Absent Alerts via Email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9295" y="2230077"/>
            <a:ext cx="14810887" cy="6856775"/>
          </a:xfrm>
          <a:custGeom>
            <a:avLst/>
            <a:gdLst/>
            <a:ahLst/>
            <a:cxnLst/>
            <a:rect l="l" t="t" r="r" b="b"/>
            <a:pathLst>
              <a:path w="14810887" h="6856775">
                <a:moveTo>
                  <a:pt x="0" y="0"/>
                </a:moveTo>
                <a:lnTo>
                  <a:pt x="14810887" y="0"/>
                </a:lnTo>
                <a:lnTo>
                  <a:pt x="14810887" y="6856776"/>
                </a:lnTo>
                <a:lnTo>
                  <a:pt x="0" y="6856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120" b="-361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97820" y="817050"/>
            <a:ext cx="14118285" cy="88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8"/>
              </a:lnSpc>
            </a:pPr>
            <a:r>
              <a:rPr lang="en-US" sz="5184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Face Recognition &amp; Real-Time Attendance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2915057" cy="2450892"/>
          </a:xfrm>
          <a:custGeom>
            <a:avLst/>
            <a:gdLst/>
            <a:ahLst/>
            <a:cxnLst/>
            <a:rect l="l" t="t" r="r" b="b"/>
            <a:pathLst>
              <a:path w="2915057" h="2450892">
                <a:moveTo>
                  <a:pt x="0" y="0"/>
                </a:moveTo>
                <a:lnTo>
                  <a:pt x="2915057" y="0"/>
                </a:lnTo>
                <a:lnTo>
                  <a:pt x="2915057" y="2450893"/>
                </a:lnTo>
                <a:lnTo>
                  <a:pt x="0" y="2450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322060" y="6917754"/>
            <a:ext cx="4299064" cy="3614524"/>
          </a:xfrm>
          <a:custGeom>
            <a:avLst/>
            <a:gdLst/>
            <a:ahLst/>
            <a:cxnLst/>
            <a:rect l="l" t="t" r="r" b="b"/>
            <a:pathLst>
              <a:path w="4299064" h="3614524">
                <a:moveTo>
                  <a:pt x="4299064" y="3614523"/>
                </a:moveTo>
                <a:lnTo>
                  <a:pt x="0" y="3614523"/>
                </a:lnTo>
                <a:lnTo>
                  <a:pt x="0" y="0"/>
                </a:lnTo>
                <a:lnTo>
                  <a:pt x="4299064" y="0"/>
                </a:lnTo>
                <a:lnTo>
                  <a:pt x="4299064" y="361452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717735"/>
            <a:ext cx="9128722" cy="645465"/>
          </a:xfrm>
          <a:custGeom>
            <a:avLst/>
            <a:gdLst/>
            <a:ahLst/>
            <a:cxnLst/>
            <a:rect l="l" t="t" r="r" b="b"/>
            <a:pathLst>
              <a:path w="9128722" h="645465">
                <a:moveTo>
                  <a:pt x="0" y="645465"/>
                </a:moveTo>
                <a:lnTo>
                  <a:pt x="9128722" y="645465"/>
                </a:lnTo>
                <a:lnTo>
                  <a:pt x="9128722" y="0"/>
                </a:lnTo>
                <a:lnTo>
                  <a:pt x="0" y="0"/>
                </a:lnTo>
                <a:lnTo>
                  <a:pt x="0" y="6454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9849043" y="-92377"/>
            <a:ext cx="8811783" cy="623055"/>
          </a:xfrm>
          <a:custGeom>
            <a:avLst/>
            <a:gdLst/>
            <a:ahLst/>
            <a:cxnLst/>
            <a:rect l="l" t="t" r="r" b="b"/>
            <a:pathLst>
              <a:path w="8811783" h="623055">
                <a:moveTo>
                  <a:pt x="8811784" y="0"/>
                </a:moveTo>
                <a:lnTo>
                  <a:pt x="0" y="0"/>
                </a:lnTo>
                <a:lnTo>
                  <a:pt x="0" y="623055"/>
                </a:lnTo>
                <a:lnTo>
                  <a:pt x="8811784" y="623055"/>
                </a:lnTo>
                <a:lnTo>
                  <a:pt x="88117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14773" y="546724"/>
            <a:ext cx="12340162" cy="6503776"/>
          </a:xfrm>
          <a:custGeom>
            <a:avLst/>
            <a:gdLst/>
            <a:ahLst/>
            <a:cxnLst/>
            <a:rect l="l" t="t" r="r" b="b"/>
            <a:pathLst>
              <a:path w="12340162" h="6503776">
                <a:moveTo>
                  <a:pt x="0" y="0"/>
                </a:moveTo>
                <a:lnTo>
                  <a:pt x="12340162" y="0"/>
                </a:lnTo>
                <a:lnTo>
                  <a:pt x="12340162" y="6503776"/>
                </a:lnTo>
                <a:lnTo>
                  <a:pt x="0" y="6503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63" t="-436" b="-90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53661" y="7898611"/>
            <a:ext cx="12462386" cy="1652809"/>
          </a:xfrm>
          <a:custGeom>
            <a:avLst/>
            <a:gdLst/>
            <a:ahLst/>
            <a:cxnLst/>
            <a:rect l="l" t="t" r="r" b="b"/>
            <a:pathLst>
              <a:path w="12462386" h="1652809">
                <a:moveTo>
                  <a:pt x="0" y="0"/>
                </a:moveTo>
                <a:lnTo>
                  <a:pt x="12462386" y="0"/>
                </a:lnTo>
                <a:lnTo>
                  <a:pt x="12462386" y="1652809"/>
                </a:lnTo>
                <a:lnTo>
                  <a:pt x="0" y="1652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37" b="-513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14773" y="7094585"/>
            <a:ext cx="6020230" cy="69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8"/>
              </a:lnSpc>
            </a:pPr>
            <a:r>
              <a:rPr lang="en-US" sz="4141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Running the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75" y="-31792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7525265" y="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60150" y="655714"/>
            <a:ext cx="5469849" cy="1859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</a:pPr>
            <a:r>
              <a:rPr lang="en-US" sz="5342" b="1" dirty="0">
                <a:solidFill>
                  <a:srgbClr val="033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  <a:p>
            <a:pPr algn="ctr">
              <a:lnSpc>
                <a:spcPts val="7479"/>
              </a:lnSpc>
            </a:pPr>
            <a:endParaRPr lang="en-US" sz="5342" b="1" dirty="0">
              <a:solidFill>
                <a:srgbClr val="033F6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011E6F-7E2D-61D7-F86F-8CB89FC7D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74" y="2781300"/>
            <a:ext cx="15240000" cy="4257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75" y="-9237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3A9BDD-F2C6-1814-F5F5-6FAC057CA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0"/>
          <a:stretch/>
        </p:blipFill>
        <p:spPr>
          <a:xfrm>
            <a:off x="159798" y="1941982"/>
            <a:ext cx="8003350" cy="73354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C5350B-9EFD-25E3-4992-029FDD6B8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704" y="1988346"/>
            <a:ext cx="8331001" cy="73354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75" y="-11523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815340"/>
            <a:ext cx="7748306" cy="547860"/>
          </a:xfrm>
          <a:custGeom>
            <a:avLst/>
            <a:gdLst/>
            <a:ahLst/>
            <a:cxnLst/>
            <a:rect l="l" t="t" r="r" b="b"/>
            <a:pathLst>
              <a:path w="7748306" h="547860">
                <a:moveTo>
                  <a:pt x="0" y="547860"/>
                </a:moveTo>
                <a:lnTo>
                  <a:pt x="7748306" y="547860"/>
                </a:lnTo>
                <a:lnTo>
                  <a:pt x="7748306" y="0"/>
                </a:lnTo>
                <a:lnTo>
                  <a:pt x="0" y="0"/>
                </a:lnTo>
                <a:lnTo>
                  <a:pt x="0" y="547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A63EBD-8293-7100-9D40-B42C8429B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9" b="34444"/>
          <a:stretch/>
        </p:blipFill>
        <p:spPr>
          <a:xfrm>
            <a:off x="12641305" y="1746001"/>
            <a:ext cx="5034515" cy="733547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D493B5-9CB8-FD69-F4F5-E94078491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240" y="3238500"/>
            <a:ext cx="12218180" cy="5685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08857" y="6486268"/>
            <a:ext cx="4812267" cy="4046009"/>
          </a:xfrm>
          <a:custGeom>
            <a:avLst/>
            <a:gdLst/>
            <a:ahLst/>
            <a:cxnLst/>
            <a:rect l="l" t="t" r="r" b="b"/>
            <a:pathLst>
              <a:path w="4812267" h="4046009">
                <a:moveTo>
                  <a:pt x="4812267" y="4046009"/>
                </a:moveTo>
                <a:lnTo>
                  <a:pt x="0" y="4046009"/>
                </a:lnTo>
                <a:lnTo>
                  <a:pt x="0" y="0"/>
                </a:lnTo>
                <a:lnTo>
                  <a:pt x="4812267" y="0"/>
                </a:lnTo>
                <a:lnTo>
                  <a:pt x="4812267" y="40460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64369" y="1000230"/>
            <a:ext cx="10321904" cy="96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CHALLENGES FACED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639421"/>
            <a:ext cx="9144000" cy="531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3"/>
              </a:lnSpc>
            </a:pPr>
            <a:r>
              <a:rPr lang="en-US" sz="3788" b="1" i="1">
                <a:solidFill>
                  <a:srgbClr val="0B3C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1</a:t>
            </a:r>
            <a:r>
              <a:rPr lang="en-US" sz="3788" i="1">
                <a:solidFill>
                  <a:srgbClr val="0B3C7D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</a:t>
            </a:r>
            <a:r>
              <a:rPr lang="en-US" sz="3788" b="1" i="1">
                <a:solidFill>
                  <a:srgbClr val="0B3C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Handling Unknown Faces </a:t>
            </a:r>
          </a:p>
          <a:p>
            <a:pPr algn="ctr">
              <a:lnSpc>
                <a:spcPts val="5303"/>
              </a:lnSpc>
            </a:pPr>
            <a:endParaRPr lang="en-US" sz="3788" b="1" i="1">
              <a:solidFill>
                <a:srgbClr val="0B3C7D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ctr">
              <a:lnSpc>
                <a:spcPts val="5303"/>
              </a:lnSpc>
            </a:pPr>
            <a:r>
              <a:rPr lang="en-US" sz="3788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Problem</a:t>
            </a:r>
            <a:r>
              <a:rPr lang="en-US" sz="378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: The system marked some unknown persons as known due to incorrect matches.</a:t>
            </a:r>
          </a:p>
          <a:p>
            <a:pPr algn="ctr">
              <a:lnSpc>
                <a:spcPts val="5303"/>
              </a:lnSpc>
            </a:pPr>
            <a:r>
              <a:rPr lang="en-US" sz="3788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Solution</a:t>
            </a:r>
            <a:r>
              <a:rPr lang="en-US" sz="378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: Set a confidence threshold and only accepted a match if it was above a certain similarity score.</a:t>
            </a:r>
          </a:p>
          <a:p>
            <a:pPr algn="ctr">
              <a:lnSpc>
                <a:spcPts val="5303"/>
              </a:lnSpc>
            </a:pPr>
            <a:endParaRPr lang="en-US" sz="3788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81939" y="2485981"/>
            <a:ext cx="6926103" cy="125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2"/>
              </a:lnSpc>
            </a:pPr>
            <a:r>
              <a:rPr lang="en-US" sz="3622" b="1">
                <a:solidFill>
                  <a:srgbClr val="0B3C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</a:t>
            </a:r>
            <a:r>
              <a:rPr lang="en-US" sz="3622" b="1" i="1">
                <a:solidFill>
                  <a:srgbClr val="0B3C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Face Recognition Accuracy Issues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45290" y="3860809"/>
            <a:ext cx="9242710" cy="446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6"/>
              </a:lnSpc>
            </a:pPr>
            <a:r>
              <a:rPr lang="en-US" sz="3590" b="1" dirty="0" err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Problem</a:t>
            </a:r>
            <a:r>
              <a:rPr lang="en-US" sz="3590" dirty="0" err="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:The</a:t>
            </a:r>
            <a:r>
              <a:rPr lang="en-US" sz="3590" dirty="0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 system sometimes misidentifies faces or fails to detect them due to lighting conditions, face angles, or low-quality images.</a:t>
            </a:r>
          </a:p>
          <a:p>
            <a:pPr algn="ctr">
              <a:lnSpc>
                <a:spcPts val="5026"/>
              </a:lnSpc>
            </a:pPr>
            <a:r>
              <a:rPr lang="en-US" sz="3590" b="1" dirty="0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Solution</a:t>
            </a:r>
            <a:r>
              <a:rPr lang="en-US" sz="3590" dirty="0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: Improved accuracy by using high-resolution images, proper lighting, and capturing multiple images for each person to train the model better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23174" y="1162050"/>
            <a:ext cx="11605366" cy="963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CHALLENGES FACED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32502" y="2286308"/>
            <a:ext cx="13696038" cy="690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</a:pPr>
            <a:endParaRPr/>
          </a:p>
          <a:p>
            <a:pPr algn="l">
              <a:lnSpc>
                <a:spcPts val="4624"/>
              </a:lnSpc>
            </a:pPr>
            <a:r>
              <a:rPr lang="en-US" sz="4204">
                <a:solidFill>
                  <a:srgbClr val="0B3C7D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</a:t>
            </a:r>
            <a:r>
              <a:rPr lang="en-US" sz="4204" b="1" i="1">
                <a:solidFill>
                  <a:srgbClr val="0B3C7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3.Duplicate Attendance Entries</a:t>
            </a:r>
          </a:p>
          <a:p>
            <a:pPr algn="l">
              <a:lnSpc>
                <a:spcPts val="4392"/>
              </a:lnSpc>
            </a:pPr>
            <a:endParaRPr lang="en-US" sz="4204" b="1" i="1">
              <a:solidFill>
                <a:srgbClr val="0B3C7D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l">
              <a:lnSpc>
                <a:spcPts val="4159"/>
              </a:lnSpc>
            </a:pPr>
            <a:r>
              <a:rPr lang="en-US" sz="3781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Problem:</a:t>
            </a:r>
          </a:p>
          <a:p>
            <a:pPr algn="l">
              <a:lnSpc>
                <a:spcPts val="4159"/>
              </a:lnSpc>
            </a:pPr>
            <a:r>
              <a:rPr lang="en-US" sz="378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The system sometimes records a student's attendance multiple times for the same day, causing data redundancy and errors.</a:t>
            </a:r>
          </a:p>
          <a:p>
            <a:pPr algn="l">
              <a:lnSpc>
                <a:spcPts val="4159"/>
              </a:lnSpc>
            </a:pPr>
            <a:endParaRPr lang="en-US" sz="3781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159"/>
              </a:lnSpc>
            </a:pPr>
            <a:r>
              <a:rPr lang="en-US" sz="3781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Solution:</a:t>
            </a:r>
          </a:p>
          <a:p>
            <a:pPr algn="l">
              <a:lnSpc>
                <a:spcPts val="4159"/>
              </a:lnSpc>
            </a:pPr>
            <a:r>
              <a:rPr lang="en-US" sz="3781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To prevent duplicate entries, the system checks if an attendance record for the student on that date already exists before adding a new one. This is done by implementing a validation mechanism in the code or enforcing a unique constraint in the database.</a:t>
            </a:r>
          </a:p>
          <a:p>
            <a:pPr algn="l">
              <a:lnSpc>
                <a:spcPts val="4159"/>
              </a:lnSpc>
            </a:pPr>
            <a:endParaRPr lang="en-US" sz="3781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83048" y="980698"/>
            <a:ext cx="10321904" cy="12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  <a:spcBef>
                <a:spcPct val="0"/>
              </a:spcBef>
            </a:pPr>
            <a:r>
              <a:rPr lang="en-US" sz="9200" b="1">
                <a:solidFill>
                  <a:srgbClr val="0B3C7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639" y="2396747"/>
            <a:ext cx="16872721" cy="69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The Face Recognition-Based Attendance System makes attendance tracking faster, easier, and more accurate. By using a camera and facial recognition, it automatically identifies students and marks their attendance in real time.</a:t>
            </a:r>
          </a:p>
          <a:p>
            <a:pPr algn="ctr">
              <a:lnSpc>
                <a:spcPts val="4212"/>
              </a:lnSpc>
            </a:pPr>
            <a:endParaRPr lang="en-US" sz="3008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Key Benefits:</a:t>
            </a: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✅ Saves Time – No need for manual attendance marking.</a:t>
            </a: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✅ More Accurate – Reduces errors and prevents proxy attendance.</a:t>
            </a: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✅ Automatic Records – Stores attendance in an Excel sheet for easy tracking.</a:t>
            </a: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✅ Email Alerts – Sends notifications to absent students.</a:t>
            </a:r>
          </a:p>
          <a:p>
            <a:pPr algn="l">
              <a:lnSpc>
                <a:spcPts val="4212"/>
              </a:lnSpc>
            </a:pPr>
            <a:endParaRPr lang="en-US" sz="3008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  <a:p>
            <a:pPr algn="l">
              <a:lnSpc>
                <a:spcPts val="4212"/>
              </a:lnSpc>
            </a:pPr>
            <a:r>
              <a:rPr lang="en-US" sz="3008">
                <a:solidFill>
                  <a:srgbClr val="0B3C7D"/>
                </a:solidFill>
                <a:latin typeface="Caladea"/>
                <a:ea typeface="Caladea"/>
                <a:cs typeface="Caladea"/>
                <a:sym typeface="Caladea"/>
              </a:rPr>
              <a:t>This system is efficient, reliable, and scalable, making it a great solution for schools, colleges, and offices. In the future, it can be improved with better face detection, mobile integration, and cloud storage.</a:t>
            </a:r>
          </a:p>
          <a:p>
            <a:pPr algn="l">
              <a:lnSpc>
                <a:spcPts val="4212"/>
              </a:lnSpc>
            </a:pPr>
            <a:endParaRPr lang="en-US" sz="3008">
              <a:solidFill>
                <a:srgbClr val="0B3C7D"/>
              </a:solidFill>
              <a:latin typeface="Caladea"/>
              <a:ea typeface="Caladea"/>
              <a:cs typeface="Caladea"/>
              <a:sym typeface="Calad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7198" y="-31792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0" y="0"/>
                </a:moveTo>
                <a:lnTo>
                  <a:pt x="4810037" y="0"/>
                </a:lnTo>
                <a:lnTo>
                  <a:pt x="4810037" y="4044135"/>
                </a:lnTo>
                <a:lnTo>
                  <a:pt x="0" y="4044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3811087" y="6488143"/>
            <a:ext cx="4810037" cy="4044135"/>
          </a:xfrm>
          <a:custGeom>
            <a:avLst/>
            <a:gdLst/>
            <a:ahLst/>
            <a:cxnLst/>
            <a:rect l="l" t="t" r="r" b="b"/>
            <a:pathLst>
              <a:path w="4810037" h="4044135">
                <a:moveTo>
                  <a:pt x="4810037" y="4044134"/>
                </a:moveTo>
                <a:lnTo>
                  <a:pt x="0" y="4044134"/>
                </a:lnTo>
                <a:lnTo>
                  <a:pt x="0" y="0"/>
                </a:lnTo>
                <a:lnTo>
                  <a:pt x="4810037" y="0"/>
                </a:lnTo>
                <a:lnTo>
                  <a:pt x="4810037" y="404413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34775" y="9615110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0" y="748090"/>
                </a:moveTo>
                <a:lnTo>
                  <a:pt x="10580127" y="748090"/>
                </a:lnTo>
                <a:lnTo>
                  <a:pt x="10580127" y="0"/>
                </a:lnTo>
                <a:lnTo>
                  <a:pt x="0" y="0"/>
                </a:lnTo>
                <a:lnTo>
                  <a:pt x="0" y="748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080700" y="-92377"/>
            <a:ext cx="10580127" cy="748090"/>
          </a:xfrm>
          <a:custGeom>
            <a:avLst/>
            <a:gdLst/>
            <a:ahLst/>
            <a:cxnLst/>
            <a:rect l="l" t="t" r="r" b="b"/>
            <a:pathLst>
              <a:path w="10580127" h="748090">
                <a:moveTo>
                  <a:pt x="10580127" y="0"/>
                </a:moveTo>
                <a:lnTo>
                  <a:pt x="0" y="0"/>
                </a:lnTo>
                <a:lnTo>
                  <a:pt x="0" y="748090"/>
                </a:lnTo>
                <a:lnTo>
                  <a:pt x="10580127" y="748090"/>
                </a:lnTo>
                <a:lnTo>
                  <a:pt x="105801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52415" y="2301545"/>
            <a:ext cx="8331309" cy="365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52"/>
              </a:lnSpc>
            </a:pPr>
            <a:r>
              <a:rPr lang="en-US" sz="13952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THANK</a:t>
            </a:r>
          </a:p>
          <a:p>
            <a:pPr algn="ctr">
              <a:lnSpc>
                <a:spcPts val="13952"/>
              </a:lnSpc>
              <a:spcBef>
                <a:spcPct val="0"/>
              </a:spcBef>
            </a:pPr>
            <a:r>
              <a:rPr lang="en-US" sz="13952" b="1">
                <a:solidFill>
                  <a:srgbClr val="0B3C7D"/>
                </a:solidFill>
                <a:latin typeface="Caladea Bold"/>
                <a:ea typeface="Caladea Bold"/>
                <a:cs typeface="Caladea Bold"/>
                <a:sym typeface="Caladea Bold"/>
              </a:rPr>
              <a:t>you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057283"/>
            <a:ext cx="7588333" cy="3807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1" dirty="0">
                <a:solidFill>
                  <a:srgbClr val="0B3C7D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Team Members:</a:t>
            </a:r>
          </a:p>
          <a:p>
            <a:pPr algn="ctr">
              <a:lnSpc>
                <a:spcPts val="5039"/>
              </a:lnSpc>
            </a:pPr>
            <a:r>
              <a:rPr lang="en-US" sz="3599" i="1" dirty="0">
                <a:solidFill>
                  <a:srgbClr val="0B3C7D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Naravula Devaraj AP23110011636</a:t>
            </a:r>
          </a:p>
          <a:p>
            <a:pPr algn="ctr">
              <a:lnSpc>
                <a:spcPts val="5039"/>
              </a:lnSpc>
            </a:pPr>
            <a:r>
              <a:rPr lang="en-US" sz="3599" i="1" dirty="0">
                <a:solidFill>
                  <a:srgbClr val="0B3C7D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S .Sri Ranjan Reddy  AP23110011613</a:t>
            </a:r>
          </a:p>
          <a:p>
            <a:pPr algn="ctr">
              <a:lnSpc>
                <a:spcPts val="5039"/>
              </a:lnSpc>
            </a:pPr>
            <a:r>
              <a:rPr lang="en-US" sz="3599" i="1" dirty="0">
                <a:solidFill>
                  <a:srgbClr val="0B3C7D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B. Naga Viraj  AP23110011606</a:t>
            </a:r>
          </a:p>
          <a:p>
            <a:pPr algn="ctr">
              <a:lnSpc>
                <a:spcPts val="5039"/>
              </a:lnSpc>
            </a:pPr>
            <a:r>
              <a:rPr lang="en-US" sz="3599" i="1" dirty="0">
                <a:solidFill>
                  <a:srgbClr val="0B3C7D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P .Lokesh Ram AP23110011628</a:t>
            </a:r>
          </a:p>
          <a:p>
            <a:pPr algn="ctr">
              <a:lnSpc>
                <a:spcPts val="5039"/>
              </a:lnSpc>
            </a:pPr>
            <a:endParaRPr lang="en-US" sz="3599" i="1" dirty="0">
              <a:solidFill>
                <a:srgbClr val="0B3C7D"/>
              </a:solidFill>
              <a:latin typeface="Caladea Italics"/>
              <a:ea typeface="Caladea Italics"/>
              <a:cs typeface="Caladea Italics"/>
              <a:sym typeface="Caladea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657</Words>
  <Application>Microsoft Office PowerPoint</Application>
  <PresentationFormat>Custom</PresentationFormat>
  <Paragraphs>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Canva Sans Bold Italics</vt:lpstr>
      <vt:lpstr>Canva Sans Italics</vt:lpstr>
      <vt:lpstr>Montserrat Bold</vt:lpstr>
      <vt:lpstr>Arial</vt:lpstr>
      <vt:lpstr>Caladea Italics</vt:lpstr>
      <vt:lpstr>Caladea Bold</vt:lpstr>
      <vt:lpstr>Montserrat Ultra-Bold</vt:lpstr>
      <vt:lpstr>Canva Sans</vt:lpstr>
      <vt:lpstr>Canva Sans Bold</vt:lpstr>
      <vt:lpstr>Calibri</vt:lpstr>
      <vt:lpstr>Caladea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SYSTEM WITH FACE RECOGNITION</dc:title>
  <cp:lastModifiedBy>Devaraj Naravula</cp:lastModifiedBy>
  <cp:revision>2</cp:revision>
  <dcterms:created xsi:type="dcterms:W3CDTF">2006-08-16T00:00:00Z</dcterms:created>
  <dcterms:modified xsi:type="dcterms:W3CDTF">2025-04-21T12:20:15Z</dcterms:modified>
  <dc:identifier>DAGiEh6rERY</dc:identifier>
</cp:coreProperties>
</file>